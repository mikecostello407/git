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Open Sans Light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HDW1Cdh3WvcDeEfK+BIpuQeh4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OpenSansLight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OpenSansLight-bold.fntdata"/><Relationship Id="rId18" Type="http://schemas.openxmlformats.org/officeDocument/2006/relationships/font" Target="fonts/Open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eaa9f121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eaa9f12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a32ab26eb4069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a32ab26eb4069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eaa9f121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eaa9f12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ctrTitle"/>
          </p:nvPr>
        </p:nvSpPr>
        <p:spPr>
          <a:xfrm>
            <a:off x="548640" y="950976"/>
            <a:ext cx="6509385" cy="355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576072" y="4572000"/>
            <a:ext cx="6481953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557923" y="952500"/>
            <a:ext cx="6678695" cy="3962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043860" y="952501"/>
            <a:ext cx="3500440" cy="3962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548640" y="2029968"/>
            <a:ext cx="5281506" cy="414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6257928" y="2029968"/>
            <a:ext cx="5281506" cy="414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552659" y="950976"/>
            <a:ext cx="10802729" cy="881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542918" y="1832772"/>
            <a:ext cx="5281507" cy="742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548640" y="2600531"/>
            <a:ext cx="528150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6257927" y="1832772"/>
            <a:ext cx="5283202" cy="742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6257927" y="2600531"/>
            <a:ext cx="52832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title"/>
          </p:nvPr>
        </p:nvSpPr>
        <p:spPr>
          <a:xfrm>
            <a:off x="548640" y="952500"/>
            <a:ext cx="4124084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" type="body"/>
          </p:nvPr>
        </p:nvSpPr>
        <p:spPr>
          <a:xfrm>
            <a:off x="5600700" y="952500"/>
            <a:ext cx="5934074" cy="4908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3"/>
          <p:cNvSpPr txBox="1"/>
          <p:nvPr>
            <p:ph idx="2" type="body"/>
          </p:nvPr>
        </p:nvSpPr>
        <p:spPr>
          <a:xfrm>
            <a:off x="548641" y="3429000"/>
            <a:ext cx="4124084" cy="2439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3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type="title"/>
          </p:nvPr>
        </p:nvSpPr>
        <p:spPr>
          <a:xfrm>
            <a:off x="548641" y="952500"/>
            <a:ext cx="4124084" cy="2397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/>
          <p:nvPr>
            <p:ph idx="2" type="pic"/>
          </p:nvPr>
        </p:nvSpPr>
        <p:spPr>
          <a:xfrm>
            <a:off x="5522119" y="987425"/>
            <a:ext cx="602218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548641" y="3429000"/>
            <a:ext cx="4124084" cy="2439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4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" type="body"/>
          </p:nvPr>
        </p:nvSpPr>
        <p:spPr>
          <a:xfrm rot="5400000">
            <a:off x="4081278" y="-1503811"/>
            <a:ext cx="4029074" cy="11094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 rot="5400000">
            <a:off x="8023620" y="2401491"/>
            <a:ext cx="5105401" cy="2207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 rot="5400000">
            <a:off x="2462568" y="-952144"/>
            <a:ext cx="5105401" cy="8914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557924" y="1737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5"/>
          <p:cNvCxnSpPr/>
          <p:nvPr/>
        </p:nvCxnSpPr>
        <p:spPr>
          <a:xfrm>
            <a:off x="643467" y="678719"/>
            <a:ext cx="109050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15"/>
          <p:cNvCxnSpPr/>
          <p:nvPr/>
        </p:nvCxnSpPr>
        <p:spPr>
          <a:xfrm>
            <a:off x="643467" y="6309695"/>
            <a:ext cx="1090506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jp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4.jp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Relationship Id="rId7" Type="http://schemas.openxmlformats.org/officeDocument/2006/relationships/image" Target="../media/image3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548639" y="952500"/>
            <a:ext cx="6489087" cy="139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 sz="3600"/>
              <a:t>Proyecto </a:t>
            </a:r>
            <a:r>
              <a:rPr b="1" lang="es-CL" sz="3600"/>
              <a:t>JobSy</a:t>
            </a:r>
            <a:endParaRPr sz="3600"/>
          </a:p>
        </p:txBody>
      </p:sp>
      <p:cxnSp>
        <p:nvCxnSpPr>
          <p:cNvPr id="88" name="Google Shape;88;p1"/>
          <p:cNvCxnSpPr/>
          <p:nvPr/>
        </p:nvCxnSpPr>
        <p:spPr>
          <a:xfrm>
            <a:off x="643467" y="678719"/>
            <a:ext cx="109050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210" y="2621077"/>
            <a:ext cx="3436824" cy="3436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es de Png comunidad - Descarga vectores gratis de gran calidad de  Freepik | Freepik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8128" y="2621077"/>
            <a:ext cx="3436824" cy="3436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armas Comunitarias | Seguridad Vecinal por SMS y APP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3506" y="2621077"/>
            <a:ext cx="3436824" cy="3436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43467" y="6309695"/>
            <a:ext cx="1090506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548640" y="950977"/>
            <a:ext cx="5435676" cy="80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Problemática</a:t>
            </a:r>
            <a:endParaRPr/>
          </a:p>
        </p:txBody>
      </p:sp>
      <p:cxnSp>
        <p:nvCxnSpPr>
          <p:cNvPr id="99" name="Google Shape;99;p2"/>
          <p:cNvCxnSpPr/>
          <p:nvPr/>
        </p:nvCxnSpPr>
        <p:spPr>
          <a:xfrm>
            <a:off x="643467" y="678719"/>
            <a:ext cx="1090506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nterfaz de usuario gráfica, Calendario&#10;&#10;El contenido generado por IA puede ser incorrecto." id="100" name="Google Shape;10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898" y="712113"/>
            <a:ext cx="3240088" cy="3240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caución PNG para descargar gratis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0396" y="3985595"/>
            <a:ext cx="2319224" cy="2319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bo - Iconos gratis de personas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6354" y="3985595"/>
            <a:ext cx="2324100" cy="232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"/>
          <p:cNvCxnSpPr/>
          <p:nvPr/>
        </p:nvCxnSpPr>
        <p:spPr>
          <a:xfrm>
            <a:off x="643467" y="6309695"/>
            <a:ext cx="1090506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descr="Duda PNG Imágenes Y Dibujos Con Fondo Transparente Gratis ..." id="104" name="Google Shape;104;p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descr="Comunidad - Iconos gratis de social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658" y="1809943"/>
            <a:ext cx="3420335" cy="3420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543596" y="5384227"/>
            <a:ext cx="2376458" cy="77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0" lang="es-CL" sz="36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Comunidad, vecinos, sector</a:t>
            </a:r>
            <a:endParaRPr/>
          </a:p>
        </p:txBody>
      </p:sp>
      <p:cxnSp>
        <p:nvCxnSpPr>
          <p:cNvPr id="107" name="Google Shape;107;p2"/>
          <p:cNvCxnSpPr/>
          <p:nvPr/>
        </p:nvCxnSpPr>
        <p:spPr>
          <a:xfrm>
            <a:off x="6096000" y="712113"/>
            <a:ext cx="0" cy="559758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8133833" y="1085948"/>
            <a:ext cx="2809470" cy="565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0" lang="es-CL" sz="36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Dudas, consultas, problemas, notificación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 de Mareo Justicon Lineal Color | Freepik"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1951" y="4246950"/>
            <a:ext cx="1994500" cy="199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ular preocupado: Más de 4,158 ilustraciones y dibujos de stock con  licencia libres de regalías | Shutterstock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675" y="4012000"/>
            <a:ext cx="2454450" cy="222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Funcionamiento actual </a:t>
            </a:r>
            <a:endParaRPr/>
          </a:p>
        </p:txBody>
      </p:sp>
      <p:pic>
        <p:nvPicPr>
          <p:cNvPr id="116" name="Google Shape;116;p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76" y="1606794"/>
            <a:ext cx="2365207" cy="2372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3265829" y="1864212"/>
            <a:ext cx="8476595" cy="63161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Grupos de promoción, información innecesaria, publicidad y mensajes que contrastan la información de utilidad.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3265829" y="2688177"/>
            <a:ext cx="8476595" cy="63161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Grupos de seguridad, no se puede indicar gráficamente en el mapa el sector afectado.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3265828" y="3494557"/>
            <a:ext cx="8476595" cy="63161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Grupos de Junta de vecino para actividades, conversaciones infinitas donde dificulta la búsqueda de información.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aa9f121c_0_17"/>
          <p:cNvSpPr txBox="1"/>
          <p:nvPr>
            <p:ph type="title"/>
          </p:nvPr>
        </p:nvSpPr>
        <p:spPr>
          <a:xfrm>
            <a:off x="548639" y="950976"/>
            <a:ext cx="10995600" cy="107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Status Actual</a:t>
            </a:r>
            <a:endParaRPr/>
          </a:p>
        </p:txBody>
      </p:sp>
      <p:pic>
        <p:nvPicPr>
          <p:cNvPr id="125" name="Google Shape;125;g37eaa9f121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925" y="3104925"/>
            <a:ext cx="2079500" cy="2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7eaa9f121c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2375" y="2028875"/>
            <a:ext cx="1074653" cy="107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eaa9f121c_0_17"/>
          <p:cNvSpPr/>
          <p:nvPr/>
        </p:nvSpPr>
        <p:spPr>
          <a:xfrm rot="-1623802">
            <a:off x="2865388" y="2849150"/>
            <a:ext cx="663332" cy="4160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8" name="Google Shape;128;g37eaa9f121c_0_17"/>
          <p:cNvSpPr txBox="1"/>
          <p:nvPr>
            <p:ph idx="1" type="body"/>
          </p:nvPr>
        </p:nvSpPr>
        <p:spPr>
          <a:xfrm>
            <a:off x="1174050" y="2611750"/>
            <a:ext cx="10746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COMERCIAL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g37eaa9f121c_0_17"/>
          <p:cNvSpPr txBox="1"/>
          <p:nvPr>
            <p:ph idx="1" type="body"/>
          </p:nvPr>
        </p:nvSpPr>
        <p:spPr>
          <a:xfrm>
            <a:off x="3502375" y="1861050"/>
            <a:ext cx="1171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1270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Whatsapp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g37eaa9f121c_0_17"/>
          <p:cNvSpPr/>
          <p:nvPr/>
        </p:nvSpPr>
        <p:spPr>
          <a:xfrm rot="2533911">
            <a:off x="4513655" y="2889953"/>
            <a:ext cx="663262" cy="41605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31" name="Google Shape;131;g37eaa9f121c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0625" y="3166450"/>
            <a:ext cx="3865373" cy="30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7eaa9f121c_0_17"/>
          <p:cNvSpPr/>
          <p:nvPr/>
        </p:nvSpPr>
        <p:spPr>
          <a:xfrm rot="-2123221">
            <a:off x="9096978" y="4614721"/>
            <a:ext cx="663102" cy="41612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33" name="Google Shape;133;g37eaa9f121c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9276" y="2721027"/>
            <a:ext cx="1853650" cy="18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7eaa9f121c_0_17"/>
          <p:cNvSpPr txBox="1"/>
          <p:nvPr>
            <p:ph idx="1" type="body"/>
          </p:nvPr>
        </p:nvSpPr>
        <p:spPr>
          <a:xfrm>
            <a:off x="6491125" y="2611750"/>
            <a:ext cx="17475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Excesos de mensajes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g37eaa9f121c_0_17"/>
          <p:cNvSpPr txBox="1"/>
          <p:nvPr>
            <p:ph idx="1" type="body"/>
          </p:nvPr>
        </p:nvSpPr>
        <p:spPr>
          <a:xfrm>
            <a:off x="9917300" y="2097600"/>
            <a:ext cx="1171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Pérdida</a:t>
            </a: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 de información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>
            <p:ph type="title"/>
          </p:nvPr>
        </p:nvSpPr>
        <p:spPr>
          <a:xfrm>
            <a:off x="548640" y="950976"/>
            <a:ext cx="4524806" cy="985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Objetivo General</a:t>
            </a:r>
            <a:endParaRPr/>
          </a:p>
        </p:txBody>
      </p:sp>
      <p:sp>
        <p:nvSpPr>
          <p:cNvPr id="141" name="Google Shape;141;p3"/>
          <p:cNvSpPr txBox="1"/>
          <p:nvPr>
            <p:ph idx="1" type="body"/>
          </p:nvPr>
        </p:nvSpPr>
        <p:spPr>
          <a:xfrm>
            <a:off x="548639" y="1646988"/>
            <a:ext cx="11238076" cy="126703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CL"/>
              <a:t>Brindar una plataforma de comunicación efectiva donde la comunidad pueda brindar ubicaciones de negocios, problemas de seguridad y/o </a:t>
            </a:r>
            <a:r>
              <a:rPr lang="es-CL"/>
              <a:t>tránsito</a:t>
            </a:r>
            <a:r>
              <a:rPr lang="es-CL"/>
              <a:t>, notificaciones sobre problemas cotidianos.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759843" y="4538344"/>
            <a:ext cx="10112661" cy="177150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A072"/>
              </a:buClr>
              <a:buSzPct val="100000"/>
              <a:buFont typeface="Arial"/>
              <a:buNone/>
            </a:pPr>
            <a:r>
              <a:rPr lang="es-CL" sz="3800">
                <a:solidFill>
                  <a:srgbClr val="F7A07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Puntos de mejoras</a:t>
            </a:r>
            <a:endParaRPr/>
          </a:p>
          <a:p>
            <a:pPr indent="-228599" lvl="1" marL="502919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Seguridad: posibilidad de detectar tramos inseguros o con actividad dudosa.</a:t>
            </a:r>
            <a:endParaRPr/>
          </a:p>
          <a:p>
            <a:pPr indent="-228599" lvl="1" marL="502919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Publicidad: Agregar punto de venta, publicidad, mayor visibilidad comercial</a:t>
            </a:r>
            <a:endParaRPr/>
          </a:p>
          <a:p>
            <a:pPr indent="-228599" lvl="1" marL="502919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Notificaciones sobre eventos: Posibilidad de alertar a vecinos sobre eventualidades, para mayor información</a:t>
            </a:r>
            <a:endParaRPr/>
          </a:p>
        </p:txBody>
      </p:sp>
      <p:pic>
        <p:nvPicPr>
          <p:cNvPr id="143" name="Google Shape;14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350" y="2914025"/>
            <a:ext cx="1624325" cy="16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Alcances del proyecto</a:t>
            </a:r>
            <a:endParaRPr/>
          </a:p>
        </p:txBody>
      </p:sp>
      <p:grpSp>
        <p:nvGrpSpPr>
          <p:cNvPr id="149" name="Google Shape;149;p4"/>
          <p:cNvGrpSpPr/>
          <p:nvPr/>
        </p:nvGrpSpPr>
        <p:grpSpPr>
          <a:xfrm>
            <a:off x="1946375" y="2134715"/>
            <a:ext cx="8410087" cy="1921511"/>
            <a:chOff x="1222363" y="350160"/>
            <a:chExt cx="8410087" cy="1921511"/>
          </a:xfrm>
        </p:grpSpPr>
        <p:sp>
          <p:nvSpPr>
            <p:cNvPr id="150" name="Google Shape;150;p4"/>
            <p:cNvSpPr/>
            <p:nvPr/>
          </p:nvSpPr>
          <p:spPr>
            <a:xfrm>
              <a:off x="1937116" y="350160"/>
              <a:ext cx="1169597" cy="96072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1222363" y="1402934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1222363" y="1402934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 Light"/>
                <a:buNone/>
              </a:pPr>
              <a:r>
                <a:rPr lang="es-CL" sz="11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Implementar una plataforma de utilidad para la comunidad, brindando visibilidad del área propuesta.</a:t>
              </a:r>
              <a:endParaRPr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4842608" y="350470"/>
              <a:ext cx="1169597" cy="95949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4127854" y="1402625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4127854" y="1402625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 Light"/>
                <a:buNone/>
              </a:pPr>
              <a:r>
                <a:rPr lang="es-CL" sz="11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Informar a nuestra comunidad y villa acerca de los servicios que se prestan en nuestro sector.</a:t>
              </a:r>
              <a:endParaRPr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7748099" y="350470"/>
              <a:ext cx="1169597" cy="95949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7033346" y="1402625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7033346" y="1402625"/>
              <a:ext cx="2599104" cy="868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 Light"/>
                <a:buNone/>
              </a:pPr>
              <a:r>
                <a:rPr lang="es-CL" sz="11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Implementar una comunidad activa Pro al sector, asegurando la integridad de mejor forma.</a:t>
              </a:r>
              <a:endParaRPr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159" name="Google Shape;159;p4"/>
          <p:cNvSpPr txBox="1"/>
          <p:nvPr/>
        </p:nvSpPr>
        <p:spPr>
          <a:xfrm>
            <a:off x="401156" y="5073445"/>
            <a:ext cx="11220573" cy="116512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Fuera de alcance(exclusiones):</a:t>
            </a:r>
            <a:endParaRPr/>
          </a:p>
          <a:p>
            <a:pPr indent="-20955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Este proyecto no tendrá una integración directa con policías o servicios de cobro. No se </a:t>
            </a: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considerarán</a:t>
            </a: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la fase inicial.</a:t>
            </a:r>
            <a:endParaRPr/>
          </a:p>
          <a:p>
            <a:pPr indent="-111125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descr="Diana" id="160" name="Google Shape;160;p4"/>
          <p:cNvSpPr/>
          <p:nvPr/>
        </p:nvSpPr>
        <p:spPr>
          <a:xfrm>
            <a:off x="6000389" y="664437"/>
            <a:ext cx="1074036" cy="107784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>
            <p:ph type="title"/>
          </p:nvPr>
        </p:nvSpPr>
        <p:spPr>
          <a:xfrm>
            <a:off x="435653" y="144230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Mejoras</a:t>
            </a:r>
            <a:endParaRPr/>
          </a:p>
        </p:txBody>
      </p:sp>
      <p:pic>
        <p:nvPicPr>
          <p:cNvPr descr="Dibujo en blanco y negro&#10;&#10;El contenido generado por IA puede ser incorrecto.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6426" y="2697852"/>
            <a:ext cx="4739148" cy="2052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bo - Iconos gratis de personas" id="167" name="Google Shape;167;p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653" y="4187188"/>
            <a:ext cx="2254598" cy="2254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cremento de ventas - Iconos gratis de negocio"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89702" y="4104622"/>
            <a:ext cx="2515662" cy="2515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arga iconos gratuitos de Informacion en PNG y SV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66964" y="870888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0+ Vigilancia Del Barrio Por Parte De Los Vecinos Ilustraciones de Stock,  gráficos vectoriales libres de derechos y clip art - iStock | Vecinos  hablando, Reunion" id="170" name="Google Shape;17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396" y="870888"/>
            <a:ext cx="3233734" cy="323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TO BE</a:t>
            </a:r>
            <a:endParaRPr/>
          </a:p>
        </p:txBody>
      </p:sp>
      <p:pic>
        <p:nvPicPr>
          <p:cNvPr descr="Dibujo en blanco y negro" id="176" name="Google Shape;17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8800" y="4016776"/>
            <a:ext cx="3942600" cy="21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4849443" y="1720645"/>
            <a:ext cx="6937271" cy="6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Plataforma de gestión de incidencias en tiempo real.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4849443" y="2486019"/>
            <a:ext cx="6937271" cy="6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Gestión de puntos de ventas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4849443" y="3251393"/>
            <a:ext cx="6937271" cy="6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Visibilidad local.</a:t>
            </a:r>
            <a:endParaRPr/>
          </a:p>
        </p:txBody>
      </p:sp>
      <p:pic>
        <p:nvPicPr>
          <p:cNvPr id="180" name="Google Shape;18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79" y="1720646"/>
            <a:ext cx="4244825" cy="447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5638" y="4016774"/>
            <a:ext cx="1861526" cy="22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a32ab26eb40691_0"/>
          <p:cNvSpPr txBox="1"/>
          <p:nvPr>
            <p:ph type="title"/>
          </p:nvPr>
        </p:nvSpPr>
        <p:spPr>
          <a:xfrm>
            <a:off x="548639" y="950976"/>
            <a:ext cx="10995600" cy="107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Etapas del proyecto</a:t>
            </a:r>
            <a:endParaRPr/>
          </a:p>
        </p:txBody>
      </p:sp>
      <p:sp>
        <p:nvSpPr>
          <p:cNvPr id="187" name="Google Shape;187;g36a32ab26eb40691_0"/>
          <p:cNvSpPr txBox="1"/>
          <p:nvPr>
            <p:ph idx="1" type="body"/>
          </p:nvPr>
        </p:nvSpPr>
        <p:spPr>
          <a:xfrm>
            <a:off x="548641" y="2028826"/>
            <a:ext cx="109956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g36a32ab26eb4069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31" y="1888850"/>
            <a:ext cx="11962333" cy="47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DISEÑO </a:t>
            </a:r>
            <a:r>
              <a:rPr lang="es-CL"/>
              <a:t>ARQUITECTÓNICO</a:t>
            </a:r>
            <a:endParaRPr/>
          </a:p>
        </p:txBody>
      </p:sp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9162800" y="1947800"/>
            <a:ext cx="2771400" cy="4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MVC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Integridad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Escalabilidad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Seguridad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CL">
                <a:latin typeface="Open Sans"/>
                <a:ea typeface="Open Sans"/>
                <a:cs typeface="Open Sans"/>
                <a:sym typeface="Open Sans"/>
              </a:rPr>
              <a:t>Mantenibilidad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1575"/>
            <a:ext cx="8771399" cy="44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eaa9f121c_0_6"/>
          <p:cNvSpPr txBox="1"/>
          <p:nvPr>
            <p:ph type="title"/>
          </p:nvPr>
        </p:nvSpPr>
        <p:spPr>
          <a:xfrm>
            <a:off x="548639" y="950976"/>
            <a:ext cx="10995600" cy="107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ESPECIFICACIONES </a:t>
            </a:r>
            <a:r>
              <a:rPr lang="es-CL"/>
              <a:t>TÉCNICAS</a:t>
            </a:r>
            <a:r>
              <a:rPr lang="es-CL"/>
              <a:t> </a:t>
            </a:r>
            <a:endParaRPr/>
          </a:p>
        </p:txBody>
      </p:sp>
      <p:sp>
        <p:nvSpPr>
          <p:cNvPr id="201" name="Google Shape;201;g37eaa9f121c_0_6"/>
          <p:cNvSpPr txBox="1"/>
          <p:nvPr>
            <p:ph idx="1" type="body"/>
          </p:nvPr>
        </p:nvSpPr>
        <p:spPr>
          <a:xfrm>
            <a:off x="1083450" y="2028875"/>
            <a:ext cx="4421700" cy="430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Framework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-Node JS V22.17.00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-Node Package Manage 10.9.2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Front End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-React V19.1.1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Base De Datos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-PostgreSQL 17.6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VirtualBox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-Versión 7.2.2</a:t>
            </a:r>
            <a:endParaRPr/>
          </a:p>
        </p:txBody>
      </p:sp>
      <p:sp>
        <p:nvSpPr>
          <p:cNvPr id="202" name="Google Shape;202;g37eaa9f121c_0_6"/>
          <p:cNvSpPr txBox="1"/>
          <p:nvPr>
            <p:ph idx="1" type="body"/>
          </p:nvPr>
        </p:nvSpPr>
        <p:spPr>
          <a:xfrm>
            <a:off x="6688700" y="2028825"/>
            <a:ext cx="4421700" cy="430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Requisitos de Hardware: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-Ram 8GB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-Almacenamiento 500GB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	-Intel Core I5 9na Gen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050" y="1433650"/>
            <a:ext cx="9410650" cy="48200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>
            <p:ph type="title"/>
          </p:nvPr>
        </p:nvSpPr>
        <p:spPr>
          <a:xfrm>
            <a:off x="548639" y="950976"/>
            <a:ext cx="109956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MODELO SCRUM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96750" y="1754950"/>
            <a:ext cx="2340300" cy="940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-24765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Product backlog: Funciones, requisitos, mejoras y correcciones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96750" y="2888500"/>
            <a:ext cx="2340300" cy="940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-24765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planning: definición de objetivos y estimación de tiempo.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96750" y="4022050"/>
            <a:ext cx="2340300" cy="80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7175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Backlog: Historias de usuario y tareas 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96750" y="4946697"/>
            <a:ext cx="2340300" cy="80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7175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weeks: Las semanas de desarrollo del sprint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s-CL"/>
              <a:t>RESULTADO ESPERADO</a:t>
            </a:r>
            <a:endParaRPr/>
          </a:p>
        </p:txBody>
      </p:sp>
      <p:sp>
        <p:nvSpPr>
          <p:cNvPr id="218" name="Google Shape;218;p14"/>
          <p:cNvSpPr txBox="1"/>
          <p:nvPr>
            <p:ph idx="1" type="body"/>
          </p:nvPr>
        </p:nvSpPr>
        <p:spPr>
          <a:xfrm>
            <a:off x="548644" y="5251525"/>
            <a:ext cx="37761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 Light"/>
              <a:buNone/>
            </a:pPr>
            <a:r>
              <a:rPr lang="es-CL" sz="1100"/>
              <a:t>Aumento de visibilidad </a:t>
            </a:r>
            <a:endParaRPr sz="1100"/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19" name="Google Shape;21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850" y="2282948"/>
            <a:ext cx="2880975" cy="28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248" y="2207000"/>
            <a:ext cx="3032875" cy="303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/>
          <p:nvPr>
            <p:ph idx="1" type="body"/>
          </p:nvPr>
        </p:nvSpPr>
        <p:spPr>
          <a:xfrm>
            <a:off x="4610632" y="5341300"/>
            <a:ext cx="37761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L" sz="1100"/>
              <a:t>Alza</a:t>
            </a:r>
            <a:r>
              <a:rPr lang="es-CL" sz="1100"/>
              <a:t> de ingresos</a:t>
            </a:r>
            <a:endParaRPr sz="1100"/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08050" y="2181225"/>
            <a:ext cx="3160075" cy="316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>
            <p:ph idx="1" type="body"/>
          </p:nvPr>
        </p:nvSpPr>
        <p:spPr>
          <a:xfrm>
            <a:off x="8672601" y="5251525"/>
            <a:ext cx="32955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CL" sz="1100"/>
              <a:t>Seguridad y alertas</a:t>
            </a:r>
            <a:endParaRPr sz="1100"/>
          </a:p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buneVTI">
  <a:themeElements>
    <a:clrScheme name="amasis">
      <a:dk1>
        <a:srgbClr val="000000"/>
      </a:dk1>
      <a:lt1>
        <a:srgbClr val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2025-09-06T16:44:48Z</dcterms:created>
  <dc:creator>Nicolas Michel Santibañez Leiva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047dbd-8090-45a6-8618-d1bf833905a1_Enabled">
    <vt:lpwstr>true</vt:lpwstr>
  </property>
  <property fmtid="{D5CDD505-2E9C-101B-9397-08002B2CF9AE}" pid="3" name="MSIP_Label_61047dbd-8090-45a6-8618-d1bf833905a1_SetDate">
    <vt:lpwstr>2025-09-07T05:02:57Z</vt:lpwstr>
  </property>
  <property fmtid="{D5CDD505-2E9C-101B-9397-08002B2CF9AE}" pid="4" name="MSIP_Label_61047dbd-8090-45a6-8618-d1bf833905a1_Method">
    <vt:lpwstr>Privileged</vt:lpwstr>
  </property>
  <property fmtid="{D5CDD505-2E9C-101B-9397-08002B2CF9AE}" pid="5" name="MSIP_Label_61047dbd-8090-45a6-8618-d1bf833905a1_Name">
    <vt:lpwstr>61047dbd-8090-45a6-8618-d1bf833905a1</vt:lpwstr>
  </property>
  <property fmtid="{D5CDD505-2E9C-101B-9397-08002B2CF9AE}" pid="6" name="MSIP_Label_61047dbd-8090-45a6-8618-d1bf833905a1_SiteId">
    <vt:lpwstr>85599d7a-6793-4bdb-a7f9-348037d4e472</vt:lpwstr>
  </property>
  <property fmtid="{D5CDD505-2E9C-101B-9397-08002B2CF9AE}" pid="7" name="MSIP_Label_61047dbd-8090-45a6-8618-d1bf833905a1_ActionId">
    <vt:lpwstr>1fc411b6-3958-4d48-97c0-964ef7d1acc5</vt:lpwstr>
  </property>
  <property fmtid="{D5CDD505-2E9C-101B-9397-08002B2CF9AE}" pid="8" name="MSIP_Label_61047dbd-8090-45a6-8618-d1bf833905a1_ContentBits">
    <vt:lpwstr>0</vt:lpwstr>
  </property>
  <property fmtid="{D5CDD505-2E9C-101B-9397-08002B2CF9AE}" pid="9" name="MSIP_Label_61047dbd-8090-45a6-8618-d1bf833905a1_Tag">
    <vt:lpwstr>10, 0, 1, 1</vt:lpwstr>
  </property>
</Properties>
</file>